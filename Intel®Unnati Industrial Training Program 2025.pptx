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3" r:id="rId2"/>
    <p:sldId id="290" r:id="rId3"/>
    <p:sldId id="295" r:id="rId4"/>
    <p:sldId id="298" r:id="rId5"/>
    <p:sldId id="302" r:id="rId6"/>
    <p:sldId id="301" r:id="rId7"/>
    <p:sldId id="304" r:id="rId8"/>
    <p:sldId id="297" r:id="rId9"/>
    <p:sldId id="296" r:id="rId10"/>
    <p:sldId id="306" r:id="rId11"/>
    <p:sldId id="300" r:id="rId12"/>
    <p:sldId id="305" r:id="rId13"/>
    <p:sldId id="264" r:id="rId14"/>
    <p:sldId id="307" r:id="rId15"/>
    <p:sldId id="29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86" autoAdjust="0"/>
    <p:restoredTop sz="94660"/>
  </p:normalViewPr>
  <p:slideViewPr>
    <p:cSldViewPr snapToGrid="0">
      <p:cViewPr varScale="1">
        <p:scale>
          <a:sx n="75" d="100"/>
          <a:sy n="75" d="100"/>
        </p:scale>
        <p:origin x="3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01:55:04.71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246 172 24575,'-63'1'0,"-70"-3"0,130 2 0,1 0 0,0 0 0,0-1 0,0 1 0,0-1 0,0 1 0,0-1 0,0 0 0,0 0 0,0 1 0,0-1 0,0-1 0,0 1 0,1 0 0,-1 0 0,0-1 0,1 1 0,-1-1 0,1 1 0,-1-1 0,1 0 0,0 0 0,0 1 0,0-1 0,0 0 0,0 0 0,0 0 0,-1-4 0,2 4 0,0-1 0,0 1 0,0-1 0,0 1 0,0-1 0,1 1 0,-1-1 0,1 1 0,-1-1 0,1 1 0,0 0 0,0-1 0,0 1 0,0 0 0,1 0 0,-1 0 0,1 0 0,-1 0 0,1 0 0,0 0 0,-1 0 0,1 1 0,0-1 0,4-2 0,3-2 0,1 1 0,-1 0 0,1 1 0,0 0 0,0 0 0,0 1 0,1 0 0,11-1 0,10 0 0,44 0 0,-11 2 0,5-10 0,2-1 0,-60 12 0,30 0 0,-39 1 0,-1 0 0,0 0 0,1 0 0,-1 1 0,1-1 0,-1 1 0,0 0 0,0 0 0,1 0 0,-1 0 0,0 0 0,0 0 0,4 3 0,-6-3 0,1 0 0,-1-1 0,1 1 0,-1 0 0,0-1 0,1 1 0,-1 0 0,0 0 0,1-1 0,-1 1 0,0 0 0,0 0 0,0 0 0,0-1 0,0 1 0,0 0 0,0 0 0,0 0 0,0 0 0,0-1 0,0 1 0,-1 0 0,1 0 0,0 0 0,0-1 0,-1 1 0,1 0 0,-1-1 0,1 1 0,-1 0 0,1-1 0,-1 1 0,1 0 0,-1-1 0,1 1 0,-2 0 0,-26 21 0,27-21 0,-16 10 0,-1-1 0,0 0 0,0-1 0,-1-1 0,0-1 0,-1 0 0,0-2 0,1 0 0,-2-1 0,1-1 0,0-1 0,-26-1 0,121-2 0,65 0 0,-138 1 0,0 0 0,0 1 0,0-1 0,0 0 0,-1 0 0,1 1 0,0-1 0,0 1 0,0 0 0,-1 0 0,1-1 0,0 1 0,-1 0 0,1 0 0,-1 0 0,1 1 0,-1-1 0,0 0 0,1 1 0,-1-1 0,0 0 0,0 1 0,0-1 0,1 3 0,-2-2 0,1-1 0,-1 1 0,0 0 0,0 0 0,0-1 0,0 1 0,-1 0 0,1 0 0,0-1 0,-1 1 0,1 0 0,-1-1 0,0 1 0,1-1 0,-1 1 0,0 0 0,0-1 0,0 0 0,0 1 0,0-1 0,0 0 0,0 1 0,-1-1 0,1 0 0,0 0 0,-3 2 0,-11 7 0,1-1 0,-1 0 0,0-1 0,-1-1 0,0 0 0,0-1 0,0-1 0,-1 0 0,0-1 0,0-1 0,0-1 0,0 0 0,0-1 0,-33-3 0,48 2 0,0 0 0,0 0 0,-1-1 0,1 1 0,0-1 0,0 1 0,0-1 0,0 0 0,0 1 0,0-1 0,0 0 0,0 0 0,0-1 0,0 1 0,0 0 0,1-1 0,-1 1 0,1-1 0,-1 1 0,1-1 0,-1 0 0,1 1 0,0-1 0,0 0 0,0 0 0,0 0 0,0 0 0,0 0 0,1 0 0,-2-5 0,2 4 0,0 0 0,0-1 0,1 1 0,-1 0 0,1 0 0,-1 0 0,1-1 0,0 1 0,0 0 0,1 0 0,-1 0 0,1 0 0,-1 0 0,1 1 0,0-1 0,0 0 0,0 1 0,0-1 0,1 1 0,3-3 0,10-7 22,1 1 0,20-11 0,-2 1-1453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01:55:12.32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01:55:19.18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01:55:27.69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01:55:28.22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01:55:28.56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4E1B53-07B4-4557-BFB1-8127599755B8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D79ECE-3A14-4F6D-9B98-04A218C4BC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8429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D79ECE-3A14-4F6D-9B98-04A218C4BC3B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6842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D79ECE-3A14-4F6D-9B98-04A218C4BC3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0401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D79ECE-3A14-4F6D-9B98-04A218C4BC3B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6808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D79ECE-3A14-4F6D-9B98-04A218C4BC3B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96145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D79ECE-3A14-4F6D-9B98-04A218C4BC3B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48680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D79ECE-3A14-4F6D-9B98-04A218C4BC3B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3675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C9104-5F8D-E023-864D-DAF46A9CEC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809289-1598-9336-EAE4-DA78BD2F52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0B817-F1AC-73A9-0EFE-6A85C2487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84957-CAD6-6B47-BB1D-BFACD0B49D9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7B7AE-79EF-3CF9-58C5-BCB8D4BEA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C708E-1F04-950B-3571-C7E4C27C1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5EED-2988-0842-A9C9-6383E9F643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553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0279D-20FE-CD3F-A7F9-C3FE7B03D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2D2D6-6FD2-496E-D600-66C15FBA3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1E48A-0640-4D76-A579-D47B45A51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84957-CAD6-6B47-BB1D-BFACD0B49D9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EC53D9-2CE5-170D-8C4C-75985FB83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1A2D30-4560-47B5-E038-6AED70C4B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5EED-2988-0842-A9C9-6383E9F643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863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B6308-9319-D0C9-4BAD-CE13E7A11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71CA7C-8A49-5AF8-4459-C74D261D1D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37C259-B01E-97E7-E06E-9A27267AD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84957-CAD6-6B47-BB1D-BFACD0B49D9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D179D-B34B-855A-A9FD-1EBDD1EAE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94D72-EA49-61F4-ABD6-908D5DC4C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5EED-2988-0842-A9C9-6383E9F643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724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40F1E-3BA9-5145-A608-5C7D827F6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39E99-6F3D-3854-EBBC-E6BCC980DB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1A9342-D0CC-5E93-D0AF-BAA2BF095E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20230C-E177-2BEA-C465-A81966515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84957-CAD6-6B47-BB1D-BFACD0B49D9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BBB35E-B037-CC5F-75E2-E8D3A699E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DBE062-036A-5014-BA8F-A97BB29BE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5EED-2988-0842-A9C9-6383E9F643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36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A96DA-37C3-F7EB-8271-961D5BF42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C1B8F4-883F-9BD7-0CBF-252F9881D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CA2A9B-1A17-3E98-1F4E-FCA9E2AA18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90E6D0-3DA1-F899-0A2E-25E654B06A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D4DA29-B2DC-54DF-FB24-3A733DAF9C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80706D-A5B5-2EC4-D67E-106A287CD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84957-CAD6-6B47-BB1D-BFACD0B49D9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1A828A-C14D-F8D5-DF32-3E0B7D937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B38249-C08E-6BFB-D985-F52FAC663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5EED-2988-0842-A9C9-6383E9F643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995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EECD6-3BB8-46F8-FC72-766EFB3CD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ED3394-CBB9-EE64-3CC5-12AB5A80B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84957-CAD6-6B47-BB1D-BFACD0B49D9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05E1D2-8686-801E-A6D0-9ECD27938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4D6651-B322-5050-EB4F-A97A3E5B1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5EED-2988-0842-A9C9-6383E9F643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201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B84FE8-2C24-0EDB-6E54-AD8837CA3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84957-CAD6-6B47-BB1D-BFACD0B49D9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E204CF-FF55-AD08-AC6F-5B9B0E7FE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C6F7EB-D23A-D5D1-B5C5-E72933DC4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5EED-2988-0842-A9C9-6383E9F643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256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4300D-34C7-BE19-4BAE-18B40CE4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C38A0-2EAF-9914-B2DD-8C7129660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B752BB-FD38-2D02-AF0B-D1A650E50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E4151F-187D-8E43-E83F-F778F9175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84957-CAD6-6B47-BB1D-BFACD0B49D9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6C6953-4F47-859C-86B8-6BE5BCDF1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C616E3-070B-C6A1-5616-0CDAC4712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5EED-2988-0842-A9C9-6383E9F643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533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5E2A3-1209-ABF4-E8F1-3279B53F5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E09279-1566-95F0-0086-9D15EC6407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1F817E-63B5-611F-159C-2AE9DF497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DC1A7-A989-F47F-6AF4-2232EAAD1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84957-CAD6-6B47-BB1D-BFACD0B49D9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12CA5A-1598-DA06-BF9E-D0B3C6EF0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85BE76-ADBE-6B79-B5C7-B807E247C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5EED-2988-0842-A9C9-6383E9F643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696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13E0A-7CE8-2541-7EE3-588983335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CC4963-30FC-27D6-A837-16C069D32C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B391F-C911-1681-F372-25A406877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84957-CAD6-6B47-BB1D-BFACD0B49D9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843E6-7283-DD71-5189-672BA52E3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44D87-CD74-6C45-DDBF-2A3A84D48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5EED-2988-0842-A9C9-6383E9F643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976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6D70CF-58F7-CE8B-77ED-00251967B5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7436E8-EDA2-3B32-0D79-CC7F380F49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D9196-E432-0221-CE1D-6B2D5C2EF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84957-CAD6-6B47-BB1D-BFACD0B49D9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814CC-CFD0-0212-7DA3-F27B70FDD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18051-5F61-8662-3CDF-2F0923803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5EED-2988-0842-A9C9-6383E9F643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122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983395-CC96-084D-19B3-354F0F8D2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36F599-F5BB-294B-EA56-D4AC05E487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24791-3667-3E7A-50A6-6EC0CBB2B9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D84957-CAD6-6B47-BB1D-BFACD0B49D9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FF5BA-D9AA-4794-0716-2B0AFF4A76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94F13-5E95-A75D-8BE0-E510937461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EB5EED-2988-0842-A9C9-6383E9F643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97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customXml" Target="../ink/ink1.xml"/><Relationship Id="rId7" Type="http://schemas.openxmlformats.org/officeDocument/2006/relationships/image" Target="../media/image6.png"/><Relationship Id="rId12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11" Type="http://schemas.openxmlformats.org/officeDocument/2006/relationships/customXml" Target="../ink/ink6.xml"/><Relationship Id="rId5" Type="http://schemas.openxmlformats.org/officeDocument/2006/relationships/image" Target="../media/image5.png"/><Relationship Id="rId10" Type="http://schemas.openxmlformats.org/officeDocument/2006/relationships/customXml" Target="../ink/ink5.xml"/><Relationship Id="rId9" Type="http://schemas.openxmlformats.org/officeDocument/2006/relationships/customXml" Target="../ink/ink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ai-bug-fixer-main-1.onrender.com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hyperlink" Target="https://github.com/Pritam-Chakrabortty/openai_bug_fixer-main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github.com/Pritam-Chakrabortty/openai_bug_fixer-main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1B01B2-9561-6DFC-10C0-6E7361403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85" y="57151"/>
            <a:ext cx="1018772" cy="802658"/>
          </a:xfrm>
          <a:prstGeom prst="ellipse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498B5B-6169-A579-3851-FD7C686692B3}"/>
              </a:ext>
            </a:extLst>
          </p:cNvPr>
          <p:cNvSpPr txBox="1"/>
          <p:nvPr/>
        </p:nvSpPr>
        <p:spPr>
          <a:xfrm>
            <a:off x="9183598" y="-5350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Dept. of B.Tech CSE (AI &amp; ML)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EF041E-3A95-9072-0C8E-FAA691504C15}"/>
              </a:ext>
            </a:extLst>
          </p:cNvPr>
          <p:cNvSpPr txBox="1"/>
          <p:nvPr/>
        </p:nvSpPr>
        <p:spPr>
          <a:xfrm>
            <a:off x="-184217" y="859220"/>
            <a:ext cx="12335312" cy="4678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5400" dirty="0">
                <a:solidFill>
                  <a:schemeClr val="tx2">
                    <a:lumMod val="75000"/>
                  </a:schemeClr>
                </a:solidFill>
              </a:rPr>
              <a:t> Presented BY:</a:t>
            </a:r>
          </a:p>
          <a:p>
            <a:pPr algn="ctr"/>
            <a:r>
              <a:rPr lang="en-IN" sz="3200" dirty="0">
                <a:latin typeface="Arial Narrow" panose="020B0606020202030204" pitchFamily="34" charset="0"/>
              </a:rPr>
              <a:t>PRITAM CHAKRABORTTY</a:t>
            </a:r>
          </a:p>
          <a:p>
            <a:pPr algn="ctr"/>
            <a:r>
              <a:rPr lang="en-IN" sz="3333" b="1" dirty="0">
                <a:latin typeface="Arial Rounded MT Bold" panose="020F0704030504030204" pitchFamily="34" charset="0"/>
              </a:rPr>
              <a:t>Student Code </a:t>
            </a:r>
            <a:r>
              <a:rPr lang="en-IN" sz="3200" b="1" dirty="0">
                <a:latin typeface="Arial Rounded MT Bold" panose="020F0704030504030204" pitchFamily="34" charset="0"/>
              </a:rPr>
              <a:t>: </a:t>
            </a:r>
            <a:r>
              <a:rPr lang="en-IN" sz="3200" dirty="0">
                <a:latin typeface="+mj-lt"/>
              </a:rPr>
              <a:t>BWU/BTA/22/388</a:t>
            </a:r>
          </a:p>
          <a:p>
            <a:pPr algn="ctr"/>
            <a:r>
              <a:rPr lang="en-IN" sz="3333" b="1" dirty="0">
                <a:latin typeface="Arial Rounded MT Bold" panose="020F0704030504030204" pitchFamily="34" charset="0"/>
              </a:rPr>
              <a:t>Programme: </a:t>
            </a:r>
            <a:r>
              <a:rPr lang="en-US" sz="3200" dirty="0">
                <a:latin typeface="+mj-lt"/>
              </a:rPr>
              <a:t>B.TECH IN CSE-AIML G</a:t>
            </a:r>
          </a:p>
          <a:p>
            <a:pPr algn="ctr"/>
            <a:r>
              <a:rPr lang="en-IN" sz="3200" b="1" dirty="0">
                <a:latin typeface="Arial Rounded MT Bold" panose="020F0704030504030204" pitchFamily="34" charset="0"/>
              </a:rPr>
              <a:t>         Course name: </a:t>
            </a:r>
            <a:r>
              <a:rPr lang="en-IN" sz="3200" dirty="0"/>
              <a:t>Industrial Training</a:t>
            </a:r>
            <a:endParaRPr lang="en-IN" sz="2800" b="1" dirty="0">
              <a:latin typeface="Arial Rounded MT Bold" panose="020F0704030504030204" pitchFamily="34" charset="0"/>
            </a:endParaRPr>
          </a:p>
          <a:p>
            <a:pPr algn="ctr"/>
            <a:r>
              <a:rPr lang="en-IN" sz="3200" dirty="0">
                <a:latin typeface="Arial Rounded MT Bold" panose="020F0704030504030204" pitchFamily="34" charset="0"/>
              </a:rPr>
              <a:t>Semester : </a:t>
            </a:r>
            <a:r>
              <a:rPr lang="en-IN" sz="3200" dirty="0"/>
              <a:t>VII</a:t>
            </a:r>
          </a:p>
          <a:p>
            <a:pPr algn="ctr"/>
            <a:r>
              <a:rPr lang="en-IN" sz="3200" b="1" dirty="0">
                <a:latin typeface="Arial Rounded MT Bold" panose="020F0704030504030204" pitchFamily="34" charset="0"/>
              </a:rPr>
              <a:t>Course Code: </a:t>
            </a:r>
            <a:r>
              <a:rPr lang="en-IN" sz="3600" dirty="0"/>
              <a:t>PROJ-CSM782</a:t>
            </a:r>
            <a:endParaRPr lang="en-IN" sz="3200" b="1" dirty="0">
              <a:latin typeface="Bahnschrift" panose="020B0502040204020203" pitchFamily="34" charset="0"/>
            </a:endParaRPr>
          </a:p>
          <a:p>
            <a:pPr algn="ctr"/>
            <a:r>
              <a:rPr lang="en-IN" sz="4000" b="1" dirty="0">
                <a:solidFill>
                  <a:srgbClr val="0070C0"/>
                </a:solidFill>
              </a:rPr>
              <a:t>   </a:t>
            </a:r>
            <a:r>
              <a:rPr lang="en-IN" sz="4000" b="1" dirty="0" err="1">
                <a:solidFill>
                  <a:srgbClr val="0070C0"/>
                </a:solidFill>
              </a:rPr>
              <a:t>Brainware</a:t>
            </a:r>
            <a:r>
              <a:rPr lang="en-IN" sz="4000" b="1" dirty="0">
                <a:solidFill>
                  <a:srgbClr val="0070C0"/>
                </a:solidFill>
              </a:rPr>
              <a:t> University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F9FCB0-E4DB-BDC6-18D5-209225FEB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945265-8F0F-88B2-4037-2E5003D8D42B}"/>
              </a:ext>
            </a:extLst>
          </p:cNvPr>
          <p:cNvSpPr txBox="1"/>
          <p:nvPr/>
        </p:nvSpPr>
        <p:spPr>
          <a:xfrm>
            <a:off x="3261318" y="402217"/>
            <a:ext cx="915117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36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Bug Detection and Fixing</a:t>
            </a:r>
          </a:p>
        </p:txBody>
      </p:sp>
    </p:spTree>
    <p:extLst>
      <p:ext uri="{BB962C8B-B14F-4D97-AF65-F5344CB8AC3E}">
        <p14:creationId xmlns:p14="http://schemas.microsoft.com/office/powerpoint/2010/main" val="24003692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AutoShape 2" descr="The Future Benefits of Artificial Intelligence for Students">
            <a:extLst>
              <a:ext uri="{FF2B5EF4-FFF2-40B4-BE49-F238E27FC236}">
                <a16:creationId xmlns:a16="http://schemas.microsoft.com/office/drawing/2014/main" id="{8D0D8597-A07F-09E1-9E11-E10088218DB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938F08-9B31-026B-C201-FDFBB4426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85" y="57151"/>
            <a:ext cx="1018772" cy="802658"/>
          </a:xfrm>
          <a:prstGeom prst="ellipse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E6384B8-DB9B-C5D1-479C-691D39773B1B}"/>
              </a:ext>
            </a:extLst>
          </p:cNvPr>
          <p:cNvSpPr txBox="1"/>
          <p:nvPr/>
        </p:nvSpPr>
        <p:spPr>
          <a:xfrm>
            <a:off x="9183598" y="-5350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Dept. of B.Tech CSE (AI &amp; ML)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497587-ED6B-7613-BA83-DF040A5C5CB6}"/>
              </a:ext>
            </a:extLst>
          </p:cNvPr>
          <p:cNvSpPr txBox="1"/>
          <p:nvPr/>
        </p:nvSpPr>
        <p:spPr>
          <a:xfrm>
            <a:off x="3089910" y="90368"/>
            <a:ext cx="76428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C4687E-36C5-7A30-A58A-2A0DDE18A653}"/>
              </a:ext>
            </a:extLst>
          </p:cNvPr>
          <p:cNvSpPr txBox="1"/>
          <p:nvPr/>
        </p:nvSpPr>
        <p:spPr>
          <a:xfrm>
            <a:off x="386080" y="996367"/>
            <a:ext cx="11465560" cy="2941443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AutoShape 4" descr="State Space Search in Artificial Intelligence">
            <a:extLst>
              <a:ext uri="{FF2B5EF4-FFF2-40B4-BE49-F238E27FC236}">
                <a16:creationId xmlns:a16="http://schemas.microsoft.com/office/drawing/2014/main" id="{2A3AEF04-C433-7771-C38A-CA94E61973F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36720" y="3429000"/>
            <a:ext cx="2164080" cy="2164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6" descr="State Space Search in Artificial Intelligence">
            <a:extLst>
              <a:ext uri="{FF2B5EF4-FFF2-40B4-BE49-F238E27FC236}">
                <a16:creationId xmlns:a16="http://schemas.microsoft.com/office/drawing/2014/main" id="{B548B04D-4488-A31D-6EFA-C72CAB3E33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09520" y="3429000"/>
            <a:ext cx="3891280" cy="389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2B8B23-66AC-9B80-BC15-7A18CA692D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9230" y="859809"/>
            <a:ext cx="12923520" cy="2597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Software bugs cause crashes, errors, and security risks.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debugging is time-consuming and difficult.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can help detect and fix bugs automatically.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uses AI to analyze code and provide fixes.</a:t>
            </a:r>
          </a:p>
        </p:txBody>
      </p:sp>
      <p:pic>
        <p:nvPicPr>
          <p:cNvPr id="1030" name="Picture 6" descr="bugs are 100x more expensive to fix ...">
            <a:extLst>
              <a:ext uri="{FF2B5EF4-FFF2-40B4-BE49-F238E27FC236}">
                <a16:creationId xmlns:a16="http://schemas.microsoft.com/office/drawing/2014/main" id="{442D87E5-A93C-AF28-3E2A-93E450FD4C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4132897"/>
            <a:ext cx="5721846" cy="2483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6309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530A72A3-B456-EC04-7562-A82EA7DD6714}"/>
              </a:ext>
            </a:extLst>
          </p:cNvPr>
          <p:cNvSpPr txBox="1"/>
          <p:nvPr/>
        </p:nvSpPr>
        <p:spPr>
          <a:xfrm>
            <a:off x="9264878" y="-5350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Dept. of B.Tech CSE (AI &amp; ML)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B88F1AD-F493-5A05-0CD2-555DE2872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85" y="57151"/>
            <a:ext cx="1018772" cy="802658"/>
          </a:xfrm>
          <a:prstGeom prst="ellipse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275EBE1-6460-0DC7-5B6E-B1B24CB43F43}"/>
              </a:ext>
            </a:extLst>
          </p:cNvPr>
          <p:cNvSpPr txBox="1"/>
          <p:nvPr/>
        </p:nvSpPr>
        <p:spPr>
          <a:xfrm>
            <a:off x="2042629" y="197993"/>
            <a:ext cx="75065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i="1" dirty="0"/>
              <a:t>Objective of the Project</a:t>
            </a:r>
            <a:endParaRPr lang="en-IN" sz="4800" b="1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DB45091A-3223-9164-FDA5-CAC17614F6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504" y="1028990"/>
            <a:ext cx="10925922" cy="267765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DA54F11-C8A1-D062-F10A-2DBB73205547}"/>
                  </a:ext>
                </a:extLst>
              </p14:cNvPr>
              <p14:cNvContentPartPr/>
              <p14:nvPr/>
            </p14:nvContentPartPr>
            <p14:xfrm>
              <a:off x="11727760" y="6542200"/>
              <a:ext cx="194040" cy="1040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DA54F11-C8A1-D062-F10A-2DBB7320554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710120" y="6524560"/>
                <a:ext cx="22968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D92C691-C28E-3AEB-744A-73B71BC873A7}"/>
                  </a:ext>
                </a:extLst>
              </p14:cNvPr>
              <p14:cNvContentPartPr/>
              <p14:nvPr/>
            </p14:nvContentPartPr>
            <p14:xfrm>
              <a:off x="12638560" y="6806800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D92C691-C28E-3AEB-744A-73B71BC873A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620920" y="6789160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AF27C2A-342D-4B9B-305F-0BD214013543}"/>
                  </a:ext>
                </a:extLst>
              </p14:cNvPr>
              <p14:cNvContentPartPr/>
              <p14:nvPr/>
            </p14:nvContentPartPr>
            <p14:xfrm>
              <a:off x="6654640" y="4459960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AF27C2A-342D-4B9B-305F-0BD21401354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36640" y="4442320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4B2D003-2539-3181-5493-58121D64433B}"/>
                  </a:ext>
                </a:extLst>
              </p14:cNvPr>
              <p14:cNvContentPartPr/>
              <p14:nvPr/>
            </p14:nvContentPartPr>
            <p14:xfrm>
              <a:off x="-477680" y="5140720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4B2D003-2539-3181-5493-58121D64433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495680" y="5123080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3222333-D2BE-EBD4-5A3F-21374FFC2032}"/>
                  </a:ext>
                </a:extLst>
              </p14:cNvPr>
              <p14:cNvContentPartPr/>
              <p14:nvPr/>
            </p14:nvContentPartPr>
            <p14:xfrm>
              <a:off x="-477680" y="5140720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3222333-D2BE-EBD4-5A3F-21374FFC203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495680" y="5123080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820E4F4-17F4-C10B-3A21-49FBF4E99FDE}"/>
                  </a:ext>
                </a:extLst>
              </p14:cNvPr>
              <p14:cNvContentPartPr/>
              <p14:nvPr/>
            </p14:nvContentPartPr>
            <p14:xfrm>
              <a:off x="-477680" y="5140720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820E4F4-17F4-C10B-3A21-49FBF4E99FD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495680" y="5123080"/>
                <a:ext cx="3600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Rectangle 1">
            <a:extLst>
              <a:ext uri="{FF2B5EF4-FFF2-40B4-BE49-F238E27FC236}">
                <a16:creationId xmlns:a16="http://schemas.microsoft.com/office/drawing/2014/main" id="{92616309-720B-6B91-01B6-496C68EF6A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6355" y="863352"/>
            <a:ext cx="13944669" cy="2793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 programming errors automatically.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Explain errors clearly with line numbers.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 a fully corrected version of code.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multiple programming languages.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 beginners and developers save time.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1DB4E0-D6C8-A102-E203-5B9A91B03CD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0221" y="4204722"/>
            <a:ext cx="8697539" cy="193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486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2C4B1C2-0E7B-C527-073A-DDF5CCA710B9}"/>
              </a:ext>
            </a:extLst>
          </p:cNvPr>
          <p:cNvSpPr/>
          <p:nvPr/>
        </p:nvSpPr>
        <p:spPr>
          <a:xfrm>
            <a:off x="2931129" y="297106"/>
            <a:ext cx="11164236" cy="1480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sz="4000" b="1" i="1" dirty="0"/>
              <a:t>System Overview</a:t>
            </a:r>
            <a:endParaRPr lang="en-US" sz="4000" b="1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2C567B-296B-4A71-5A4E-BAD261DA50C3}"/>
              </a:ext>
            </a:extLst>
          </p:cNvPr>
          <p:cNvSpPr txBox="1"/>
          <p:nvPr/>
        </p:nvSpPr>
        <p:spPr>
          <a:xfrm>
            <a:off x="9264878" y="-5350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Dept. of B.Tech CSE (AI &amp; ML)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6D00801-68FE-0B70-466F-0BC07F158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85" y="57151"/>
            <a:ext cx="791464" cy="623569"/>
          </a:xfrm>
          <a:prstGeom prst="ellipse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95704550-01A9-D469-512D-3B67F69B60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029" y="1023755"/>
            <a:ext cx="10513059" cy="255764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AutoShape 3" descr="example-state-space-search-2">
            <a:extLst>
              <a:ext uri="{FF2B5EF4-FFF2-40B4-BE49-F238E27FC236}">
                <a16:creationId xmlns:a16="http://schemas.microsoft.com/office/drawing/2014/main" id="{DFD26988-4CE1-5B2B-E501-4FDD93B9D6F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74EE950-FBBE-BEA7-C421-6D93C5D705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6856" y="1120676"/>
            <a:ext cx="1268850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first selects the programming language.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enters the buggy source code in the input area.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“Explain Error”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button analyzes the code.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Errors are explained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line-by-line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exact line numbers.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“Fix Code”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button generates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fully corrected code.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can copy and run the corrected code directly.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6C047E-AEED-B52A-2B7B-BE0607D15E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3280" y="3442013"/>
            <a:ext cx="746760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309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A22C567B-296B-4A71-5A4E-BAD261DA50C3}"/>
              </a:ext>
            </a:extLst>
          </p:cNvPr>
          <p:cNvSpPr txBox="1"/>
          <p:nvPr/>
        </p:nvSpPr>
        <p:spPr>
          <a:xfrm>
            <a:off x="9264878" y="-5350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Dept. of B.Tech CSE (AI &amp; ML)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6D00801-68FE-0B70-466F-0BC07F158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85" y="57151"/>
            <a:ext cx="791464" cy="623569"/>
          </a:xfrm>
          <a:prstGeom prst="ellipse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95704550-01A9-D469-512D-3B67F69B60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030" y="1023755"/>
            <a:ext cx="4514504" cy="37283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AutoShape 3" descr="example-state-space-search-2">
            <a:extLst>
              <a:ext uri="{FF2B5EF4-FFF2-40B4-BE49-F238E27FC236}">
                <a16:creationId xmlns:a16="http://schemas.microsoft.com/office/drawing/2014/main" id="{DFD26988-4CE1-5B2B-E501-4FDD93B9D6F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DC72525-D43A-B9AD-5A68-98ECE6D1C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917" y="2427468"/>
            <a:ext cx="12283440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A1103F1-F160-5730-03CC-F640A8C45F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489" y="852069"/>
            <a:ext cx="3538148" cy="3728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 and modern UI design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Separate sections for: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 explanation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Fixed code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Buttons for: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Explain Errors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Fix Code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Copy-ready output</a:t>
            </a: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0784C2BA-3BE7-328F-6074-2BF00E352750}"/>
              </a:ext>
            </a:extLst>
          </p:cNvPr>
          <p:cNvSpPr/>
          <p:nvPr/>
        </p:nvSpPr>
        <p:spPr>
          <a:xfrm>
            <a:off x="3682760" y="145033"/>
            <a:ext cx="11164236" cy="745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sz="4000" b="1" i="1" dirty="0"/>
              <a:t>User Interface</a:t>
            </a:r>
            <a:endParaRPr lang="en-US" sz="4000" b="1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D6E5478-882F-9EA9-D960-3A0EA0DD0A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8308" y="746313"/>
            <a:ext cx="7831662" cy="39388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3CBE7E5-2CE8-1558-AE7E-7EF09DE6DAD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7" r="3672" b="16690"/>
          <a:stretch/>
        </p:blipFill>
        <p:spPr>
          <a:xfrm>
            <a:off x="162030" y="4685207"/>
            <a:ext cx="5069841" cy="2115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841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2C4B1C2-0E7B-C527-073A-DDF5CCA710B9}"/>
              </a:ext>
            </a:extLst>
          </p:cNvPr>
          <p:cNvSpPr/>
          <p:nvPr/>
        </p:nvSpPr>
        <p:spPr>
          <a:xfrm>
            <a:off x="2931129" y="297106"/>
            <a:ext cx="11164236" cy="1480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sz="4000" b="1" dirty="0"/>
              <a:t>Working Methodology</a:t>
            </a:r>
            <a:endParaRPr lang="en-US" sz="4000" b="1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2C567B-296B-4A71-5A4E-BAD261DA50C3}"/>
              </a:ext>
            </a:extLst>
          </p:cNvPr>
          <p:cNvSpPr txBox="1"/>
          <p:nvPr/>
        </p:nvSpPr>
        <p:spPr>
          <a:xfrm>
            <a:off x="9264878" y="-5350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Dept. of B.Tech CSE (AI &amp; ML)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6D00801-68FE-0B70-466F-0BC07F158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85" y="57151"/>
            <a:ext cx="791464" cy="623569"/>
          </a:xfrm>
          <a:prstGeom prst="ellipse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95704550-01A9-D469-512D-3B67F69B60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029" y="1023755"/>
            <a:ext cx="5781571" cy="366000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AutoShape 3" descr="example-state-space-search-2">
            <a:extLst>
              <a:ext uri="{FF2B5EF4-FFF2-40B4-BE49-F238E27FC236}">
                <a16:creationId xmlns:a16="http://schemas.microsoft.com/office/drawing/2014/main" id="{DFD26988-4CE1-5B2B-E501-4FDD93B9D6F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DC72525-D43A-B9AD-5A68-98ECE6D1C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917" y="1042473"/>
            <a:ext cx="12283440" cy="3347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selects programming language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pastes buggy code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sends code to AI model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explains errors clearly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returns corrected code only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copies and runs the code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AC2853-3D02-A6B7-5FF1-043CC009B6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865" y="1061191"/>
            <a:ext cx="3705270" cy="562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326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2C4B1C2-0E7B-C527-073A-DDF5CCA710B9}"/>
              </a:ext>
            </a:extLst>
          </p:cNvPr>
          <p:cNvSpPr/>
          <p:nvPr/>
        </p:nvSpPr>
        <p:spPr>
          <a:xfrm>
            <a:off x="2931129" y="297106"/>
            <a:ext cx="11164236" cy="745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sz="4000" b="1" dirty="0"/>
              <a:t>Features of the System</a:t>
            </a:r>
            <a:endParaRPr lang="en-US" sz="4000" b="1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2C567B-296B-4A71-5A4E-BAD261DA50C3}"/>
              </a:ext>
            </a:extLst>
          </p:cNvPr>
          <p:cNvSpPr txBox="1"/>
          <p:nvPr/>
        </p:nvSpPr>
        <p:spPr>
          <a:xfrm>
            <a:off x="9264878" y="-5350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Dept. of B.Tech CSE (AI &amp; ML)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6D00801-68FE-0B70-466F-0BC07F158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85" y="57151"/>
            <a:ext cx="791464" cy="623569"/>
          </a:xfrm>
          <a:prstGeom prst="ellipse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95704550-01A9-D469-512D-3B67F69B60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029" y="1042473"/>
            <a:ext cx="6401331" cy="325360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AutoShape 3" descr="example-state-space-search-2">
            <a:extLst>
              <a:ext uri="{FF2B5EF4-FFF2-40B4-BE49-F238E27FC236}">
                <a16:creationId xmlns:a16="http://schemas.microsoft.com/office/drawing/2014/main" id="{DFD26988-4CE1-5B2B-E501-4FDD93B9D6F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6F9AC34-12B7-555B-E678-AB98E9CED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917" y="1238715"/>
            <a:ext cx="5927883" cy="2793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Line-wise error explanation.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and clear error messages.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User-friendly interface.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Python, Java, C, and C++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Fully corrected code output,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0D984C-4C70-7959-5BEC-24B45E919D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7738" y="3807845"/>
            <a:ext cx="7251017" cy="301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766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C2EDAE-7E78-9241-B52C-5654A0BF427B}"/>
              </a:ext>
            </a:extLst>
          </p:cNvPr>
          <p:cNvSpPr txBox="1"/>
          <p:nvPr/>
        </p:nvSpPr>
        <p:spPr>
          <a:xfrm>
            <a:off x="2849880" y="133424"/>
            <a:ext cx="77419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u="sng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Visualization</a:t>
            </a:r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AC9B08A0-437D-BB69-98F6-D20F4C804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86080" y="504191"/>
            <a:ext cx="12324080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53F284-DDA9-080A-2893-4E6094F446EE}"/>
              </a:ext>
            </a:extLst>
          </p:cNvPr>
          <p:cNvSpPr txBox="1"/>
          <p:nvPr/>
        </p:nvSpPr>
        <p:spPr>
          <a:xfrm>
            <a:off x="9264878" y="-5350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Dept. of B.Tech CSE (AI &amp; ML)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24EAC62-E9DA-C6BB-08C2-CC7662C9A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85" y="57151"/>
            <a:ext cx="791464" cy="623569"/>
          </a:xfrm>
          <a:prstGeom prst="ellipse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E27AF83-4494-EF22-0E3F-9075DD707EAB}"/>
              </a:ext>
            </a:extLst>
          </p:cNvPr>
          <p:cNvSpPr txBox="1"/>
          <p:nvPr/>
        </p:nvSpPr>
        <p:spPr>
          <a:xfrm>
            <a:off x="401059" y="797409"/>
            <a:ext cx="113898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🔗 Project Link:</a:t>
            </a:r>
            <a:r>
              <a:rPr lang="en-US" sz="3200" dirty="0">
                <a:hlinkClick r:id="rId3"/>
              </a:rPr>
              <a:t>AI Bug Detection &amp; Fixing System – Live Demo</a:t>
            </a:r>
            <a:endParaRPr lang="en-IN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4333DB-0F4F-AC9A-E8D7-CA8150558BC0}"/>
              </a:ext>
            </a:extLst>
          </p:cNvPr>
          <p:cNvSpPr txBox="1"/>
          <p:nvPr/>
        </p:nvSpPr>
        <p:spPr>
          <a:xfrm>
            <a:off x="329939" y="1498873"/>
            <a:ext cx="110784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🔗 </a:t>
            </a:r>
            <a:r>
              <a:rPr lang="en-US" sz="3200" b="1" dirty="0"/>
              <a:t>GitHub Repository:</a:t>
            </a:r>
            <a:r>
              <a:rPr lang="en-US" sz="3200" dirty="0"/>
              <a:t> </a:t>
            </a:r>
            <a:r>
              <a:rPr lang="en-US" sz="3200" dirty="0">
                <a:hlinkClick r:id="rId4"/>
              </a:rPr>
              <a:t>Intel Bug Detection &amp; Fixing Project</a:t>
            </a:r>
            <a:endParaRPr lang="en-IN" sz="3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4AFD9B-8907-0D6C-3BB4-395516AA11B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7" t="1945" r="2865"/>
          <a:stretch/>
        </p:blipFill>
        <p:spPr>
          <a:xfrm>
            <a:off x="172720" y="2178048"/>
            <a:ext cx="5496560" cy="45465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F443F48-D898-17D4-EF10-9B22B36C9D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960" y="2143263"/>
            <a:ext cx="6334760" cy="4581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255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89235C01-C44B-2E10-BD00-9D19A2A501C2}"/>
              </a:ext>
            </a:extLst>
          </p:cNvPr>
          <p:cNvSpPr txBox="1"/>
          <p:nvPr/>
        </p:nvSpPr>
        <p:spPr>
          <a:xfrm>
            <a:off x="9264878" y="-5350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Dept. of B.Tech CSE (AI &amp; ML)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5FDD83D-9C9F-80AC-86A4-44C11FD7A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85" y="57151"/>
            <a:ext cx="791464" cy="623569"/>
          </a:xfrm>
          <a:prstGeom prst="ellipse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46D7316-45A7-8E3D-2DB5-A5CB28974740}"/>
              </a:ext>
            </a:extLst>
          </p:cNvPr>
          <p:cNvSpPr txBox="1"/>
          <p:nvPr/>
        </p:nvSpPr>
        <p:spPr>
          <a:xfrm>
            <a:off x="3799840" y="315824"/>
            <a:ext cx="8651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i="1" dirty="0"/>
              <a:t>Technologies Used</a:t>
            </a:r>
            <a:endParaRPr lang="en-IN" sz="3600" b="1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032CF8D-D648-67E9-D586-E3198AEC47B0}"/>
              </a:ext>
            </a:extLst>
          </p:cNvPr>
          <p:cNvSpPr/>
          <p:nvPr/>
        </p:nvSpPr>
        <p:spPr>
          <a:xfrm>
            <a:off x="781963" y="1050052"/>
            <a:ext cx="4104998" cy="4964668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2"/>
                </a:solidFill>
              </a:rPr>
              <a:t>Frontend: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/>
                </a:solidFill>
              </a:rPr>
              <a:t>HTML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/>
                </a:solidFill>
              </a:rPr>
              <a:t>CSS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/>
                </a:solidFill>
              </a:rPr>
              <a:t>JavaScript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2"/>
                </a:solidFill>
              </a:rPr>
              <a:t>Backend: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/>
                </a:solidFill>
              </a:rPr>
              <a:t>Python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/>
                </a:solidFill>
              </a:rPr>
              <a:t>Flask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2"/>
                </a:solidFill>
              </a:rPr>
              <a:t>AI Model: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tx2"/>
                </a:solidFill>
              </a:rPr>
              <a:t>Groq</a:t>
            </a:r>
            <a:r>
              <a:rPr lang="en-IN" dirty="0">
                <a:solidFill>
                  <a:schemeClr val="tx2"/>
                </a:solidFill>
              </a:rPr>
              <a:t> / Gemini Large Language Model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2"/>
                </a:solidFill>
              </a:rPr>
              <a:t>Deployment: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/>
                </a:solidFill>
              </a:rPr>
              <a:t>Render Cloud Platform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C5A8C8-C8E3-AE50-9C52-1B55DEFC73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3639" y="2040342"/>
            <a:ext cx="5058481" cy="330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017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8AC3D3E-5930-EC10-F4CF-A25D7B544D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360" y="702758"/>
            <a:ext cx="4124960" cy="6093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Clone the repository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git clone &lt;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hlinkClick r:id="rId2"/>
              </a:rPr>
              <a:t>https://github.com/Pritam-Chakrabortty/openai_bug_fixer-main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&gt;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a virtual environment: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                       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Activate the virtual environment: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Windows: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Linux/Mac: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Install project dependencies:</a:t>
            </a: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Run the application: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5424C8-95A3-544E-D058-AEA83B120E45}"/>
              </a:ext>
            </a:extLst>
          </p:cNvPr>
          <p:cNvSpPr txBox="1"/>
          <p:nvPr/>
        </p:nvSpPr>
        <p:spPr>
          <a:xfrm>
            <a:off x="934720" y="2515850"/>
            <a:ext cx="2418080" cy="36933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python -m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venv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venv</a:t>
            </a:r>
            <a:endParaRPr lang="en-IN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03FA00-15E8-DB03-2608-FB969C2C169E}"/>
              </a:ext>
            </a:extLst>
          </p:cNvPr>
          <p:cNvSpPr txBox="1"/>
          <p:nvPr/>
        </p:nvSpPr>
        <p:spPr>
          <a:xfrm>
            <a:off x="1005840" y="5337327"/>
            <a:ext cx="3342640" cy="36933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pip install -r requirements.txt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7D68A4-2756-3A42-0365-7D4925E26407}"/>
              </a:ext>
            </a:extLst>
          </p:cNvPr>
          <p:cNvSpPr txBox="1"/>
          <p:nvPr/>
        </p:nvSpPr>
        <p:spPr>
          <a:xfrm>
            <a:off x="1234440" y="3824429"/>
            <a:ext cx="2418080" cy="36933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venv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\Scripts\activate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6E72C0-7687-F693-3C47-A1AF970BEEB2}"/>
              </a:ext>
            </a:extLst>
          </p:cNvPr>
          <p:cNvSpPr txBox="1"/>
          <p:nvPr/>
        </p:nvSpPr>
        <p:spPr>
          <a:xfrm>
            <a:off x="1234440" y="4602718"/>
            <a:ext cx="3200400" cy="36933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source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venv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/bin/activate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256CB7-068F-C2BC-B075-7B9FE664F71C}"/>
              </a:ext>
            </a:extLst>
          </p:cNvPr>
          <p:cNvSpPr txBox="1"/>
          <p:nvPr/>
        </p:nvSpPr>
        <p:spPr>
          <a:xfrm>
            <a:off x="1005840" y="6155242"/>
            <a:ext cx="2346960" cy="36933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python app.py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AE9619-5899-BA8D-A1B1-F4A99CE651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4560" y="3166517"/>
            <a:ext cx="7335520" cy="3511986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77FC05F1-A8B9-31F9-2003-4E407085707C}"/>
              </a:ext>
            </a:extLst>
          </p:cNvPr>
          <p:cNvSpPr txBox="1">
            <a:spLocks/>
          </p:cNvSpPr>
          <p:nvPr/>
        </p:nvSpPr>
        <p:spPr>
          <a:xfrm>
            <a:off x="3881120" y="8341"/>
            <a:ext cx="8229600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Installation &amp; Setup</a:t>
            </a:r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D568ECF-7B94-CBC4-1685-14ED08D9F1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" y="101191"/>
            <a:ext cx="847657" cy="414205"/>
          </a:xfrm>
          <a:prstGeom prst="ellipse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F42E8E2-6556-8969-DFC4-CDF14E51C7FA}"/>
              </a:ext>
            </a:extLst>
          </p:cNvPr>
          <p:cNvSpPr txBox="1"/>
          <p:nvPr/>
        </p:nvSpPr>
        <p:spPr>
          <a:xfrm>
            <a:off x="9143223" y="8341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Dept. of B.Tech CSE (AI &amp; ML)</a:t>
            </a:r>
          </a:p>
        </p:txBody>
      </p:sp>
    </p:spTree>
    <p:extLst>
      <p:ext uri="{BB962C8B-B14F-4D97-AF65-F5344CB8AC3E}">
        <p14:creationId xmlns:p14="http://schemas.microsoft.com/office/powerpoint/2010/main" val="3556955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4398A92-F272-7046-E857-BFCD3EA7C2E6}"/>
              </a:ext>
            </a:extLst>
          </p:cNvPr>
          <p:cNvSpPr txBox="1"/>
          <p:nvPr/>
        </p:nvSpPr>
        <p:spPr>
          <a:xfrm>
            <a:off x="9264878" y="-5350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Dept. of B.Tech CSE (AI &amp; ML)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2D15AC8-98F2-9DBA-D8A2-A46B7FEEE1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" y="101191"/>
            <a:ext cx="847657" cy="414205"/>
          </a:xfrm>
          <a:prstGeom prst="ellipse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2D9048A-C479-9233-6605-1A0A05067C78}"/>
              </a:ext>
            </a:extLst>
          </p:cNvPr>
          <p:cNvSpPr txBox="1"/>
          <p:nvPr/>
        </p:nvSpPr>
        <p:spPr>
          <a:xfrm>
            <a:off x="2560319" y="315824"/>
            <a:ext cx="854007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/>
              <a:t>Advantages &amp; Applications</a:t>
            </a:r>
            <a:endParaRPr lang="en-US" sz="4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1A4EE7D3-EBCF-7C22-3761-84AEA596DB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" y="1181576"/>
            <a:ext cx="10942320" cy="2246769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/>
              <a:t>Applications: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Student learning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Code review assistance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Interview preparation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Software development support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4DC213-3DF1-4247-0CF1-BFFB3297C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1746" y="1275167"/>
            <a:ext cx="3846263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/>
              <a:t>Advantages: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Saves debugging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Easy for beginners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Reduces manual effort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AutoShape 4" descr="Happy software developer celebrating coding achievement, feeling pleased  about app programming success after hours in office. cheerful smiling coder  enjoying victory, coding script. | Premium Photo">
            <a:extLst>
              <a:ext uri="{FF2B5EF4-FFF2-40B4-BE49-F238E27FC236}">
                <a16:creationId xmlns:a16="http://schemas.microsoft.com/office/drawing/2014/main" id="{58FB6568-C7ED-19D4-4F7B-816E1C9C3D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6" descr="10 ways to destroy developer happiness | InfoWorld">
            <a:extLst>
              <a:ext uri="{FF2B5EF4-FFF2-40B4-BE49-F238E27FC236}">
                <a16:creationId xmlns:a16="http://schemas.microsoft.com/office/drawing/2014/main" id="{0897FD94-E0B0-6511-9400-656398EB87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8F43A18-89E9-7EA2-D6B9-1C32092FC4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" y="3662679"/>
            <a:ext cx="5772150" cy="297751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07551E7-C050-7848-6BF8-FC81C1CD2E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662679"/>
            <a:ext cx="5772150" cy="297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486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2C4B1C2-0E7B-C527-073A-DDF5CCA710B9}"/>
              </a:ext>
            </a:extLst>
          </p:cNvPr>
          <p:cNvSpPr/>
          <p:nvPr/>
        </p:nvSpPr>
        <p:spPr>
          <a:xfrm>
            <a:off x="4485609" y="199914"/>
            <a:ext cx="11164236" cy="745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sz="4000" b="1" i="1" dirty="0"/>
              <a:t>Future Scope</a:t>
            </a:r>
            <a:endParaRPr lang="en-US" sz="4000" b="1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2C567B-296B-4A71-5A4E-BAD261DA50C3}"/>
              </a:ext>
            </a:extLst>
          </p:cNvPr>
          <p:cNvSpPr txBox="1"/>
          <p:nvPr/>
        </p:nvSpPr>
        <p:spPr>
          <a:xfrm>
            <a:off x="9264878" y="-5350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Dept. of B.Tech CSE (AI &amp; ML)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6D00801-68FE-0B70-466F-0BC07F158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85" y="57151"/>
            <a:ext cx="791464" cy="623569"/>
          </a:xfrm>
          <a:prstGeom prst="ellipse">
            <a:avLst/>
          </a:prstGeom>
        </p:spPr>
      </p:pic>
      <p:sp>
        <p:nvSpPr>
          <p:cNvPr id="4" name="AutoShape 3" descr="example-state-space-search-2">
            <a:extLst>
              <a:ext uri="{FF2B5EF4-FFF2-40B4-BE49-F238E27FC236}">
                <a16:creationId xmlns:a16="http://schemas.microsoft.com/office/drawing/2014/main" id="{DFD26988-4CE1-5B2B-E501-4FDD93B9D6F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110FEA-13AA-8E1C-D778-3A6701B140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4280" y="1056463"/>
            <a:ext cx="4663440" cy="5459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535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D7DA21-80A6-31F1-0772-963384F52CF8}"/>
              </a:ext>
            </a:extLst>
          </p:cNvPr>
          <p:cNvSpPr/>
          <p:nvPr/>
        </p:nvSpPr>
        <p:spPr>
          <a:xfrm>
            <a:off x="3555999" y="29775"/>
            <a:ext cx="4493415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1" i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84D17BE-E276-9CD7-33FB-26091ECD2D27}"/>
              </a:ext>
            </a:extLst>
          </p:cNvPr>
          <p:cNvSpPr/>
          <p:nvPr/>
        </p:nvSpPr>
        <p:spPr>
          <a:xfrm>
            <a:off x="376177" y="826704"/>
            <a:ext cx="11790499" cy="246732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5207C4-B85A-B99F-B896-42156E7C7B58}"/>
              </a:ext>
            </a:extLst>
          </p:cNvPr>
          <p:cNvSpPr/>
          <p:nvPr/>
        </p:nvSpPr>
        <p:spPr>
          <a:xfrm>
            <a:off x="2371359" y="3382050"/>
            <a:ext cx="7449282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i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REFERENCES &amp; </a:t>
            </a:r>
            <a:r>
              <a:rPr lang="en-IN" sz="3600" b="1" i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Acknowledgement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474C802-E413-F520-58BF-C2514CEB9283}"/>
              </a:ext>
            </a:extLst>
          </p:cNvPr>
          <p:cNvSpPr/>
          <p:nvPr/>
        </p:nvSpPr>
        <p:spPr>
          <a:xfrm>
            <a:off x="376177" y="4128854"/>
            <a:ext cx="11592303" cy="2467316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8B482F-2A65-DBBA-29AC-6C76C3F4E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884"/>
            <a:ext cx="752354" cy="584000"/>
          </a:xfrm>
          <a:prstGeom prst="ellipse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F51CBE3-32F9-54E0-4DF4-D566568CE9E4}"/>
              </a:ext>
            </a:extLst>
          </p:cNvPr>
          <p:cNvSpPr txBox="1"/>
          <p:nvPr/>
        </p:nvSpPr>
        <p:spPr>
          <a:xfrm>
            <a:off x="9264878" y="-5350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Dept. of B.Tech CSE (AI &amp; ML)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639A530-E7C0-0647-7C94-B7D1794665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8333" y="486368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01EC2AB-2678-9757-96EE-1A45AB2BF2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703" y="893392"/>
            <a:ext cx="935371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enhancements can further improve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accuracy, security, and usability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 developed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AI-powered bug detection and fixing system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 programming language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enter buggy code, and analyze errors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provides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line-by-line error explanations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fully corrected, ready-to-run code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debugging time and effort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Demonstrates practical use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models with Flask web applications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 and extendable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real-world use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954FE1-CFD6-E4D7-1365-F6462F1983AF}"/>
              </a:ext>
            </a:extLst>
          </p:cNvPr>
          <p:cNvSpPr txBox="1"/>
          <p:nvPr/>
        </p:nvSpPr>
        <p:spPr>
          <a:xfrm>
            <a:off x="7924800" y="2404612"/>
            <a:ext cx="7680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Acknowledgement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91779735-9C98-DBC7-050A-541728E075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526" y="4117710"/>
            <a:ext cx="1125229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was developed under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guidance and approval of our Head of Department,</a:t>
            </a:r>
            <a:b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Dr. </a:t>
            </a:r>
            <a:r>
              <a:rPr kumimoji="0" lang="en-US" altLang="en-US" sz="18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Shivnath</a:t>
            </a: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Ghosh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 sincerely thank my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mentor, </a:t>
            </a: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Mr. </a:t>
            </a:r>
            <a:r>
              <a:rPr kumimoji="0" lang="en-US" altLang="en-US" sz="18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Bablu</a:t>
            </a: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for his continuous support, guidance, and valuable suggestions throughout the development of this project.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DFF12590-F585-C5EF-2162-75CA0E2DD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526" y="5268262"/>
            <a:ext cx="1281932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language models were used for bug detection and code fixing.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Technologies referred: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Python, Flask,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Groq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API, HTML, CSS, JavaScript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Additional references include official documentation, GitHub repositories, and technical blogs.</a:t>
            </a:r>
          </a:p>
        </p:txBody>
      </p:sp>
    </p:spTree>
    <p:extLst>
      <p:ext uri="{BB962C8B-B14F-4D97-AF65-F5344CB8AC3E}">
        <p14:creationId xmlns:p14="http://schemas.microsoft.com/office/powerpoint/2010/main" val="372070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2A6AA0-4D3D-52A7-CEB4-40950142B5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807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607091B2-047A-8AAF-CE44-0C8584D39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6788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76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762</TotalTime>
  <Words>746</Words>
  <Application>Microsoft Office PowerPoint</Application>
  <PresentationFormat>Widescreen</PresentationFormat>
  <Paragraphs>130</Paragraphs>
  <Slides>15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Aptos</vt:lpstr>
      <vt:lpstr>Aptos Display</vt:lpstr>
      <vt:lpstr>Arial</vt:lpstr>
      <vt:lpstr>Arial Narrow</vt:lpstr>
      <vt:lpstr>Arial Rounded MT Bold</vt:lpstr>
      <vt:lpstr>Arial Unicode MS</vt:lpstr>
      <vt:lpstr>Bahnschrift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pritamchakrabortty610@gmail.com</dc:creator>
  <cp:lastModifiedBy>919907140726</cp:lastModifiedBy>
  <cp:revision>21</cp:revision>
  <dcterms:created xsi:type="dcterms:W3CDTF">2024-11-03T06:04:27Z</dcterms:created>
  <dcterms:modified xsi:type="dcterms:W3CDTF">2025-12-17T06:33:54Z</dcterms:modified>
</cp:coreProperties>
</file>